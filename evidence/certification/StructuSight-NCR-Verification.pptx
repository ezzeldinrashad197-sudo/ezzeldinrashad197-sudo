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RUCTUSIGH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Enterprise Report  |  Generated: 15 October 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75488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>
            <a:off x="475488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StructuSight NCR Rem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75488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PARCEL/CODE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>
            <a:off x="475488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SS-NCR-01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85216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585216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85216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585216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94944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</a:t>
            </a:r>
            <a:endParaRPr lang="en-US" sz="550" dirty="0"/>
          </a:p>
        </p:txBody>
      </p:sp>
      <p:sp>
        <p:nvSpPr>
          <p:cNvPr id="17" name="Text 15"/>
          <p:cNvSpPr/>
          <p:nvPr/>
        </p:nvSpPr>
        <p:spPr>
          <a:xfrm>
            <a:off x="694944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694944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</a:t>
            </a:r>
            <a:endParaRPr lang="en-US" sz="550" dirty="0"/>
          </a:p>
        </p:txBody>
      </p:sp>
      <p:sp>
        <p:nvSpPr>
          <p:cNvPr id="19" name="Text 17"/>
          <p:cNvSpPr/>
          <p:nvPr/>
        </p:nvSpPr>
        <p:spPr>
          <a:xfrm>
            <a:off x="694944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PERFORMANCE PRESENTATION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Date: October 15,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[Main Contractor]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731520"/>
            <a:ext cx="192024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7772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2926080"/>
            <a:ext cx="201168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0" y="36576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4114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86868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 &amp; Management Team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0" y="1252728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9040" y="1252728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Analytics Dossier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0" y="1636776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49040" y="1636776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Analytics Dossier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0" y="2020824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49040" y="2020824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Detailed Quality Analysis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0" y="2404872"/>
            <a:ext cx="384048" cy="237744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749040" y="2404872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Rejected Items Requiring Resubmission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0" y="278892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49040" y="278892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Pending Items Overdue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0" y="4709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Intelligence  |  [October 2026]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PROJECT INFORMATION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&amp; Project Details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Corp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2900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/ PM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Lead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Manager / Team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Lead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MONTHLY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129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PRIMARY DETAIL REGISTER BREAKDOWN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CUMULATIVE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129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PRIMARY DETAIL REGISTER BREAKDOWN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NON-CONFORMANCE REPORT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Log &amp; Quality Charts for NON-CONFORMANCE REPORT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(This Period)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(Cumulative)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2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II: DETAILED ANALYTICS DOSSIER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Analytics Dossier &amp; Complete Historical Registers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HISTORICAL REJECTION EVENTS / ROWS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&amp; Rows (Contractor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/ ROWS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515"/>
                </a:solidFill>
              </a:rPr>
              <a:t>Historical Rejection Events / Rows by Delay (Total: 1) - Page 1 of 1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1515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ACE-NCR-A100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Architectural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8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PENDING ITEMS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Requiring Response (Consultant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ITEMS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92F"/>
                </a:solidFill>
              </a:rPr>
              <a:t>Pending Review Items Overdue by SLA (Total: 1) - Page 1 of 1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A192F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ACE-NCR-L200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Landscape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129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Team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Corporate Management Report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StructuSight Intelligence - Presentation Report</dc:title>
  <dc:subject>PptxGenJS Presentation</dc:subject>
  <dc:creator>StructuSight Engineering Intelligence Platform</dc:creator>
  <cp:lastModifiedBy>StructuSight Engineering Intelligence Platform</cp:lastModifiedBy>
  <cp:revision>1</cp:revision>
  <dcterms:created xsi:type="dcterms:W3CDTF">2026-10-15T08:34:50Z</dcterms:created>
  <dcterms:modified xsi:type="dcterms:W3CDTF">2026-10-15T08:34:50Z</dcterms:modified>
</cp:coreProperties>
</file>